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Generation Condition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LearnDepth Academy LLP</a:t>
            </a:r>
          </a:p>
          <a:p>
            <a:pPr>
              <a:defRPr sz="2000"/>
            </a:pPr>
            <a:r>
              <a:t>Final Capstone — Renewable Energy</a:t>
            </a:r>
          </a:p>
          <a:p>
            <a:pPr>
              <a:defRPr sz="2000"/>
            </a:pPr>
            <a:r>
              <a:t>Machine Learning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Classify solar-generation operating conditions using generation and environmental measurements.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Inputs: solar output, irradiance, temperature, cloud indicator and time of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Build a reproducible ML classification workflow</a:t>
            </a:r>
          </a:p>
          <a:p>
            <a:pPr>
              <a:defRPr sz="2000"/>
            </a:pPr>
            <a:r>
              <a:t>• Perform data quality checks and EDA</a:t>
            </a:r>
          </a:p>
          <a:p>
            <a:pPr>
              <a:defRPr sz="2000"/>
            </a:pPr>
            <a:r>
              <a:t>• Compare foundational classification models</a:t>
            </a:r>
          </a:p>
          <a:p>
            <a:pPr>
              <a:defRPr sz="2000"/>
            </a:pPr>
            <a:r>
              <a:t>• Demonstrate prediction using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Synthetic educational dataset created specifically for this capstone because an assigned dataset was unavailable.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Classes: Low, Medium, 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Missing-value analysis</a:t>
            </a:r>
          </a:p>
          <a:p>
            <a:pPr>
              <a:defRPr sz="2000"/>
            </a:pPr>
            <a:r>
              <a:t>• Duplicate detection</a:t>
            </a:r>
          </a:p>
          <a:p>
            <a:pPr>
              <a:defRPr sz="2000"/>
            </a:pPr>
            <a:r>
              <a:t>• Class distribution</a:t>
            </a:r>
          </a:p>
          <a:p>
            <a:pPr>
              <a:defRPr sz="2000"/>
            </a:pPr>
            <a:r>
              <a:t>• Feature distributions</a:t>
            </a:r>
          </a:p>
          <a:p>
            <a:pPr>
              <a:defRPr sz="2000"/>
            </a:pPr>
            <a:r>
              <a:t>• Irradiance vs solar output</a:t>
            </a:r>
          </a:p>
          <a:p>
            <a:pPr>
              <a:defRPr sz="2000"/>
            </a:pPr>
            <a:r>
              <a:t>• Median imputation and one-hot 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Logistic Regression</a:t>
            </a:r>
          </a:p>
          <a:p>
            <a:pPr>
              <a:defRPr sz="2000"/>
            </a:pPr>
            <a:r>
              <a:t>• K-Nearest Neighbors</a:t>
            </a:r>
          </a:p>
          <a:p>
            <a:pPr>
              <a:defRPr sz="2000"/>
            </a:pPr>
            <a:r>
              <a:t>• Decision Tree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Same preprocessing pipeline used for all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Regression: Accuracy=0.996, Precision=0.996, Recall=0.996, F1=0.996</a:t>
            </a:r>
          </a:p>
          <a:p>
            <a:pPr>
              <a:defRPr sz="2000"/>
            </a:pPr>
            <a:r>
              <a:t>KNN: Accuracy=0.979, Precision=0.979, Recall=0.979, F1=0.979</a:t>
            </a:r>
          </a:p>
          <a:p>
            <a:pPr>
              <a:defRPr sz="2000"/>
            </a:pPr>
            <a:r>
              <a:t>Decision Tree: Accuracy=0.933, Precision=0.939, Recall=0.933, F1=0.935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Streamlit application accepts the five input variables and returns the predicted generation condition with class probabilities where supported.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Limitation: synthetic dataset; results are educational.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Future: real solar-plant data, weather integration, explainability, monitoring and model drift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end-to-end classification prototype was developed from data preparation and EDA through model evaluation and Streamlit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